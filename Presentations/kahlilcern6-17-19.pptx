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7"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94"/>
  </p:normalViewPr>
  <p:slideViewPr>
    <p:cSldViewPr snapToGrid="0" snapToObjects="1">
      <p:cViewPr varScale="1">
        <p:scale>
          <a:sx n="128" d="100"/>
          <a:sy n="128" d="100"/>
        </p:scale>
        <p:origin x="480"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6/25/19</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6/25/19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6/25/19</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6/25/19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6/25/19</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6/25/19</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6/25/19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6/25/19</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6/25/19</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6/25/19</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58CF2-8B26-6F4C-A9E6-EC86641FA64D}"/>
              </a:ext>
            </a:extLst>
          </p:cNvPr>
          <p:cNvSpPr>
            <a:spLocks noGrp="1"/>
          </p:cNvSpPr>
          <p:nvPr>
            <p:ph type="title"/>
          </p:nvPr>
        </p:nvSpPr>
        <p:spPr>
          <a:xfrm>
            <a:off x="1475045" y="9317"/>
            <a:ext cx="9905998" cy="1478570"/>
          </a:xfrm>
        </p:spPr>
        <p:txBody>
          <a:bodyPr/>
          <a:lstStyle/>
          <a:p>
            <a:r>
              <a:rPr lang="en-US" dirty="0"/>
              <a:t>KA</a:t>
            </a:r>
          </a:p>
        </p:txBody>
      </p:sp>
      <p:sp>
        <p:nvSpPr>
          <p:cNvPr id="3" name="Content Placeholder 2">
            <a:extLst>
              <a:ext uri="{FF2B5EF4-FFF2-40B4-BE49-F238E27FC236}">
                <a16:creationId xmlns:a16="http://schemas.microsoft.com/office/drawing/2014/main" id="{233D835B-A3D1-114C-BC36-8437557878BF}"/>
              </a:ext>
            </a:extLst>
          </p:cNvPr>
          <p:cNvSpPr>
            <a:spLocks noGrp="1"/>
          </p:cNvSpPr>
          <p:nvPr>
            <p:ph idx="1"/>
          </p:nvPr>
        </p:nvSpPr>
        <p:spPr>
          <a:xfrm>
            <a:off x="5708822" y="1292018"/>
            <a:ext cx="6108804" cy="5565982"/>
          </a:xfrm>
        </p:spPr>
        <p:txBody>
          <a:bodyPr>
            <a:normAutofit fontScale="92500"/>
          </a:bodyPr>
          <a:lstStyle/>
          <a:p>
            <a:r>
              <a:rPr lang="en-US" dirty="0"/>
              <a:t>The start of this week I have been working pretty intensely with the two sets of scintillators in the lab.</a:t>
            </a:r>
          </a:p>
          <a:p>
            <a:r>
              <a:rPr lang="en-US" dirty="0"/>
              <a:t>Cooper, Zach, and I rewired the scintillator setup so that the wires were shorter, because the initial cords were far too long. This made figuring where each set of wires went much easier than before.</a:t>
            </a:r>
          </a:p>
          <a:p>
            <a:r>
              <a:rPr lang="en-US" dirty="0"/>
              <a:t>Cooper and I also gathered quite a bit of data using the scintillators to make sure that they were working correctly, as well as the associated machinery. We discovered that one of the scintillators has a light leak.</a:t>
            </a:r>
          </a:p>
          <a:p>
            <a:endParaRPr lang="en-US" dirty="0"/>
          </a:p>
          <a:p>
            <a:endParaRPr lang="en-US" dirty="0"/>
          </a:p>
        </p:txBody>
      </p:sp>
      <p:pic>
        <p:nvPicPr>
          <p:cNvPr id="5" name="Picture 4">
            <a:extLst>
              <a:ext uri="{FF2B5EF4-FFF2-40B4-BE49-F238E27FC236}">
                <a16:creationId xmlns:a16="http://schemas.microsoft.com/office/drawing/2014/main" id="{657B05B9-A50D-A747-8BBC-A953A9CCB1F6}"/>
              </a:ext>
            </a:extLst>
          </p:cNvPr>
          <p:cNvPicPr>
            <a:picLocks noChangeAspect="1"/>
          </p:cNvPicPr>
          <p:nvPr/>
        </p:nvPicPr>
        <p:blipFill>
          <a:blip r:embed="rId2"/>
          <a:stretch>
            <a:fillRect/>
          </a:stretch>
        </p:blipFill>
        <p:spPr>
          <a:xfrm>
            <a:off x="1" y="3834265"/>
            <a:ext cx="4419599" cy="3023734"/>
          </a:xfrm>
          <a:prstGeom prst="rect">
            <a:avLst/>
          </a:prstGeom>
        </p:spPr>
      </p:pic>
      <p:pic>
        <p:nvPicPr>
          <p:cNvPr id="7" name="Picture 6">
            <a:extLst>
              <a:ext uri="{FF2B5EF4-FFF2-40B4-BE49-F238E27FC236}">
                <a16:creationId xmlns:a16="http://schemas.microsoft.com/office/drawing/2014/main" id="{D67AB33A-1637-D340-8809-C99F1D5D22CE}"/>
              </a:ext>
            </a:extLst>
          </p:cNvPr>
          <p:cNvPicPr>
            <a:picLocks noChangeAspect="1"/>
          </p:cNvPicPr>
          <p:nvPr/>
        </p:nvPicPr>
        <p:blipFill>
          <a:blip r:embed="rId3"/>
          <a:stretch>
            <a:fillRect/>
          </a:stretch>
        </p:blipFill>
        <p:spPr>
          <a:xfrm>
            <a:off x="0" y="9317"/>
            <a:ext cx="2131265" cy="3827271"/>
          </a:xfrm>
          <a:prstGeom prst="rect">
            <a:avLst/>
          </a:prstGeom>
        </p:spPr>
      </p:pic>
      <p:pic>
        <p:nvPicPr>
          <p:cNvPr id="9" name="Picture 8">
            <a:extLst>
              <a:ext uri="{FF2B5EF4-FFF2-40B4-BE49-F238E27FC236}">
                <a16:creationId xmlns:a16="http://schemas.microsoft.com/office/drawing/2014/main" id="{A8D57244-6175-1F41-810A-83A1A5E18A3F}"/>
              </a:ext>
            </a:extLst>
          </p:cNvPr>
          <p:cNvPicPr>
            <a:picLocks noChangeAspect="1"/>
          </p:cNvPicPr>
          <p:nvPr/>
        </p:nvPicPr>
        <p:blipFill>
          <a:blip r:embed="rId4"/>
          <a:stretch>
            <a:fillRect/>
          </a:stretch>
        </p:blipFill>
        <p:spPr>
          <a:xfrm>
            <a:off x="2791756" y="9316"/>
            <a:ext cx="2870453" cy="3827271"/>
          </a:xfrm>
          <a:prstGeom prst="rect">
            <a:avLst/>
          </a:prstGeom>
        </p:spPr>
      </p:pic>
      <p:sp>
        <p:nvSpPr>
          <p:cNvPr id="10" name="TextBox 9">
            <a:extLst>
              <a:ext uri="{FF2B5EF4-FFF2-40B4-BE49-F238E27FC236}">
                <a16:creationId xmlns:a16="http://schemas.microsoft.com/office/drawing/2014/main" id="{E6C447A2-5C5C-8649-A17A-240B0DA01D02}"/>
              </a:ext>
            </a:extLst>
          </p:cNvPr>
          <p:cNvSpPr txBox="1"/>
          <p:nvPr/>
        </p:nvSpPr>
        <p:spPr>
          <a:xfrm>
            <a:off x="6322700" y="177800"/>
            <a:ext cx="5032181" cy="954107"/>
          </a:xfrm>
          <a:prstGeom prst="rect">
            <a:avLst/>
          </a:prstGeom>
          <a:noFill/>
        </p:spPr>
        <p:txBody>
          <a:bodyPr wrap="square" rtlCol="0">
            <a:spAutoFit/>
          </a:bodyPr>
          <a:lstStyle/>
          <a:p>
            <a:pPr algn="ctr"/>
            <a:r>
              <a:rPr lang="en-US" sz="2800" dirty="0"/>
              <a:t>KAHLIL WASSELL’S RECENT PROJECTS</a:t>
            </a:r>
          </a:p>
        </p:txBody>
      </p:sp>
    </p:spTree>
    <p:extLst>
      <p:ext uri="{BB962C8B-B14F-4D97-AF65-F5344CB8AC3E}">
        <p14:creationId xmlns:p14="http://schemas.microsoft.com/office/powerpoint/2010/main" val="115044704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Circuit</Template>
  <TotalTime>139</TotalTime>
  <Words>107</Words>
  <Application>Microsoft Macintosh PowerPoint</Application>
  <PresentationFormat>Widescreen</PresentationFormat>
  <Paragraphs>5</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Tw Cen MT</vt:lpstr>
      <vt:lpstr>Circuit</vt:lpstr>
      <vt:lpstr>KA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 have been looking at recently</dc:title>
  <dc:creator>Wassell, Kahlil</dc:creator>
  <cp:lastModifiedBy>Wassell, Kahlil</cp:lastModifiedBy>
  <cp:revision>4</cp:revision>
  <dcterms:created xsi:type="dcterms:W3CDTF">2019-06-17T20:00:20Z</dcterms:created>
  <dcterms:modified xsi:type="dcterms:W3CDTF">2019-06-25T08:21:26Z</dcterms:modified>
</cp:coreProperties>
</file>