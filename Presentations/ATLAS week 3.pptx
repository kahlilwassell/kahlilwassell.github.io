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94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6/25/19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6/25/19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6/25/19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6/25/19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6/25/19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6/25/19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6/25/19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6/25/19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6/25/19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6/25/19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6/25/19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6/25/19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6/25/19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6/25/19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6/25/19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6/25/19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6/25/19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6/25/19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A1DEE-DA4A-6543-ADFE-DD62F5FA4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3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5A6B6-2EE9-9045-B8D8-FFC0E4CC7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1987826"/>
            <a:ext cx="6118043" cy="4770783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Recently Toby Zach and I learned about and helped assemble the cooling units for the MMFE8s.</a:t>
            </a:r>
          </a:p>
          <a:p>
            <a:r>
              <a:rPr lang="en-US" sz="2000" dirty="0"/>
              <a:t>The chamber itself is water cooled. There are water pipes running from a water cooling unit to a thin part of the chamber. </a:t>
            </a:r>
          </a:p>
          <a:p>
            <a:r>
              <a:rPr lang="en-US" sz="2000" dirty="0"/>
              <a:t>These carry water of about 16° C to the chamber.</a:t>
            </a:r>
          </a:p>
          <a:p>
            <a:r>
              <a:rPr lang="en-US" sz="2000" dirty="0"/>
              <a:t>The MMFE8s attach to the chamber using a series of conductive cooling pads attached to the cooling openings on the chamber which make contact with a milled aluminum cooling plate. There are also conductive pads connected to the MMFE8s, on each VMM, the ROC, and the SCA, as well as the underside of the 3 DCDC converters. Putting the cooling apparatus on the boards took their temperature down from about 60°C to 45°C by measurement of the thermal camera.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E861E5-D47C-544A-BF1D-66A27FCF2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141" y="0"/>
            <a:ext cx="5259859" cy="3944894"/>
          </a:xfrm>
          <a:prstGeom prst="rect">
            <a:avLst/>
          </a:prstGeom>
        </p:spPr>
      </p:pic>
      <p:sp>
        <p:nvSpPr>
          <p:cNvPr id="10" name="Right Arrow Callout 9">
            <a:extLst>
              <a:ext uri="{FF2B5EF4-FFF2-40B4-BE49-F238E27FC236}">
                <a16:creationId xmlns:a16="http://schemas.microsoft.com/office/drawing/2014/main" id="{2C480A65-9472-B04A-9DB5-5891CC947D11}"/>
              </a:ext>
            </a:extLst>
          </p:cNvPr>
          <p:cNvSpPr/>
          <p:nvPr/>
        </p:nvSpPr>
        <p:spPr>
          <a:xfrm>
            <a:off x="6244336" y="1140713"/>
            <a:ext cx="1764042" cy="1386905"/>
          </a:xfrm>
          <a:prstGeom prst="rightArrowCallou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Aluminum Cooling Plate</a:t>
            </a:r>
          </a:p>
        </p:txBody>
      </p:sp>
      <p:sp>
        <p:nvSpPr>
          <p:cNvPr id="11" name="Down Arrow Callout 10">
            <a:extLst>
              <a:ext uri="{FF2B5EF4-FFF2-40B4-BE49-F238E27FC236}">
                <a16:creationId xmlns:a16="http://schemas.microsoft.com/office/drawing/2014/main" id="{90D5E5FC-92C5-9F46-8C8F-D9E3477467B6}"/>
              </a:ext>
            </a:extLst>
          </p:cNvPr>
          <p:cNvSpPr/>
          <p:nvPr/>
        </p:nvSpPr>
        <p:spPr>
          <a:xfrm>
            <a:off x="9484791" y="254591"/>
            <a:ext cx="1230796" cy="1386905"/>
          </a:xfrm>
          <a:prstGeom prst="downArrowCallou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Grey Conductive</a:t>
            </a:r>
          </a:p>
          <a:p>
            <a:pPr algn="ctr"/>
            <a:r>
              <a:rPr lang="en-US" sz="1600" dirty="0"/>
              <a:t>Strip</a:t>
            </a:r>
          </a:p>
        </p:txBody>
      </p:sp>
      <p:sp>
        <p:nvSpPr>
          <p:cNvPr id="12" name="Up Arrow Callout 11">
            <a:extLst>
              <a:ext uri="{FF2B5EF4-FFF2-40B4-BE49-F238E27FC236}">
                <a16:creationId xmlns:a16="http://schemas.microsoft.com/office/drawing/2014/main" id="{A679F9C5-057F-594F-8DBF-52E49434F9BB}"/>
              </a:ext>
            </a:extLst>
          </p:cNvPr>
          <p:cNvSpPr/>
          <p:nvPr/>
        </p:nvSpPr>
        <p:spPr>
          <a:xfrm>
            <a:off x="8647670" y="1950821"/>
            <a:ext cx="914400" cy="914400"/>
          </a:xfrm>
          <a:prstGeom prst="upArrowCallou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Washer</a:t>
            </a:r>
          </a:p>
        </p:txBody>
      </p:sp>
    </p:spTree>
    <p:extLst>
      <p:ext uri="{BB962C8B-B14F-4D97-AF65-F5344CB8AC3E}">
        <p14:creationId xmlns:p14="http://schemas.microsoft.com/office/powerpoint/2010/main" val="84537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185</TotalTime>
  <Words>153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Trebuchet MS</vt:lpstr>
      <vt:lpstr>Berlin</vt:lpstr>
      <vt:lpstr>Week 3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</dc:title>
  <dc:creator>Wassell, Kahlil</dc:creator>
  <cp:lastModifiedBy>Wassell, Kahlil</cp:lastModifiedBy>
  <cp:revision>6</cp:revision>
  <dcterms:created xsi:type="dcterms:W3CDTF">2019-06-24T18:04:58Z</dcterms:created>
  <dcterms:modified xsi:type="dcterms:W3CDTF">2019-06-25T08:22:38Z</dcterms:modified>
</cp:coreProperties>
</file>